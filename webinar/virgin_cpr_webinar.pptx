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C300"/>
                </a:solidFill>
              </a:rPr>
              <a:t>Virgin CPR — Forex Mastery Workshop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52044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</a:rPr>
              <a:t>5-Hour Live Webinar  |  From Zero to Execution  |  ₹4999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What You Will Learn Today (Agenda)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Hour 1  →  Why CPR works — the math and the magnet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Hour 2  →  The 5 proven patterns — real charts, candle by candle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08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Hour 3  →  Live chart demo — mark up today's CPR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Hour 4  →  Trade rules, SL placement, position sizing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7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Hour 5  →  Trade simulation quiz + backtest proof + open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93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You will leave with a complete entry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05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You will leave with a 30-day practice journal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165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Recording shared within 24 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Keep your TradingView chart open throughout the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Why This Webinar? — Not Like the Others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What most forex webinars give you: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10+ strategies → you are confused, you don't master any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₹10,000–₹50,000 fees → no bot, no tools, no follow-up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Theory-heavy → no real chart walkthroughs, no entry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92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What you get here: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76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ONE strategy — Virgin CPR — mastered completely in 5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Covers 12 currency pairs every single day — systematic, not guesswork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99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A working Telegram Bot that scans all 12 pairs and sends you alerts —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10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Real charts, real numbers, real entry/SL/TP — nothing hidden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22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155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You don't need 10 strategies. You need ONE strategy done right.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"One method, executed perfectly on 12 pairs, beats 10 half-understood methods."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12 Pairs. 1 Strategy. Every Day. + Free 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The 12 pairs we scan every morning: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XAUUSD  |  EURUSD  |  GBPUSD  |  USDJPY  |  AUDUSD  |  USDCAD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USDCHF  |  NZDUSD  |  EURJPY  |  GBPJPY  |  EURGBP  |  GBPAUD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Manual scan takes only 15 minutes every morning.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284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For each pair: calculate CPR, check virgin status, note band width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21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Shortlist the 2–3 best setups to watch during London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07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FREE Telegram Bot (included with this webinar):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65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Bot scans all 12 pairs automatically every morning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76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Sends you a Telegram message: which pairs have active Virgin CPR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88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Saves you 15 minutes every single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Bot code is open — you can see exactly how it 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The bot does not tell you to trade — it tells you WHERE to look. You make the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The Indian Trader's Trap — Nifty &amp; BankNifty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Why most Indian traders lose money on options: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Time Decay (Theta) — your option LOSES value every single day, even if price doesn't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Expiry pressure — every Thursday, options go to zero if out of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Premium crush after news — IV drops, your option loses value even if direction was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Market makers know your expiry date — they pin price to hurt max retail 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307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Real 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You buy BankNifty 51000 CE at ₹200. Nifty goes sideways for 2 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811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Your option is now worth ₹80 — you lost 60% even though you were not wrong.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743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This is Theta eating your premium. You cannot stop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675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⚠️  In options, TIME is your enemy. The clock is always running against buyers.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This is not a criticism of options. It is a fact of how options are priced.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Why Forex? — No Time Decay. No Expiry. Full Flexibility.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What Forex gives you that options don't: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NO time decay — a trade does not lose value just by sitting there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NO expiry — you hold a trade 1 hour or 1 week, your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NO theta, NO gamma, NO vega — pure price action, no Greek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Market open 24 hours, 5 days a week — trade around your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307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Comparison: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Options: Buy at ₹200, sit 2 days → ₹80 (lost ₹120 without moving)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811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Forex:   Buy XAUUSD, sit 2 days → same price = same P&amp;L (no decay)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743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675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For salaried Indians especially: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24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London open is 12:30 PM IST — lunch break trade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36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NY open is 6:30 PM IST — after office trade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647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No need to sit in front of screen all 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You don't need to quit your job to trade forex. Two sessions. One hour each. That is enough.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Start Smart — Funded Account Challenge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What is a Funded Account (Prop Firm)?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You pay a one-time fee (₹5,000–₹15,000) to attempt a trading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You pass the challenge using the rules you learn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The firm gives you ₹5 Lakh – ₹40 Lakh of THEIR money to trade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You keep 80–90% of all profits. You risk ZERO of your savings.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4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Examples of prop firms: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FTMO  |  FundedNext  |  The5ers  |  MyFundedFX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194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The smart path for a new trader: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76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1  →  Learn Virgin CPR strategy (today)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98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2  →  Paper trade for 30 days — prove it to yourself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630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3  →  Attempt a funded account challenge with small 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56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4  →  Pass → trade firm's money → keep profits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949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5  →  Only THEN consider putting your own money at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34263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73582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This is the safest way to go from learner to paid trader.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Many of my students passed their FTMO challenge within 60 days of learning this strategy.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Before We Begin — Are You Ready?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You need to know these basics: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Read a candlestick chart (bullish, bearish, pin bar, engulfing)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What is Support and Resistance (swing high / swing low)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What is Stop Loss (SL) and Take Profit (TP)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You have TradingView or MT5 open RIGHT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4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You know Asian / London / NY session times in 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0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If you don't know these — bookmark the recording and study the Glossary PDF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Glossary PDF has been shared in the WhatsApp 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HOUR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Why CPR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The Math + The Magnet Concept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The CPR Formula — Never Forget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Pivot  =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0"/>
            <a:ext cx="7589520" cy="5029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41732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(PDH + PDL + PDC)  ÷ 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29967"/>
            <a:ext cx="3474720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7568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BC     =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029967"/>
            <a:ext cx="7589520" cy="5029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075687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(PDH + PDL)  ÷ 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88335"/>
            <a:ext cx="3474720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340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TC     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688335"/>
            <a:ext cx="7589520" cy="5029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734055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 × Pivot  −  BC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46703"/>
            <a:ext cx="3474720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92423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Band   =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346703"/>
            <a:ext cx="7589520" cy="5029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392423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[ min(TC, BC)  →  max(TC, BC)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05071"/>
            <a:ext cx="3474720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507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Width  =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4005071"/>
            <a:ext cx="7589520" cy="50292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050791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TCPR  −  BCPR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760720"/>
            <a:ext cx="11457432" cy="6858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VIRGIN  =  The band has NEVER been touched since it formed.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What Makes a CPR 'Virgin'?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Virgin = The band has NEVER been touched since it formed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Touch condition:   candle_high ≥ BCPR   AND   candle_low ≤ TCPR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08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Why it matters: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Institutions place orders at CPR zones at the START of the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4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If price never visits that zone → those orders are STILL sitting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When price finally arrives → the reaction is sharp and 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079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43983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Band age rule: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0118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3-day-old virgin band  →  VERY strong reaction expected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126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1-day-old virgin band  →  moderate reaction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"A Virgin CPR is a promise the market has not kept yet — it always keeps its promises."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Band Width — Tells You What Kind of Day to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Narrow CPR (width &lt; ATR)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Market is likely to TREND strongly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Price approaches band → sharp rejection or clean breakout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Best day for Pattern A (Approach &amp; Snap) and Pattern B (False Break)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92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Wide CPR (width &gt; ATR)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76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Market is likely to RANGE or consolidate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96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Price may chop inside the band — harder to trade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628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Best for Pattern C (Band as Launchpad) with order flow confirmation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56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⚠️  Always check band width BEFORE the session — not during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Narrow CPR = trending day expected. Wide CPR = be careful, use order flow filter.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HOUR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5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Real Charts · Candle by Candle · Entry &amp; Exit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C300"/>
                </a:solidFill>
              </a:rPr>
              <a:t>Pattern A — Approach and Snap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XAUUSD · M15 · 24-Feb-2026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7455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A8FF"/>
                </a:solidFill>
              </a:rPr>
              <a:t>Key Candle:  13:15 IST — Bearish pin bar. Wick enters band, close BELOW BCPR.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74552" cy="502920"/>
          </a:xfrm>
          <a:prstGeom prst="rect">
            <a:avLst/>
          </a:prstGeom>
          <a:solidFill>
            <a:srgbClr val="00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E"/>
                </a:solidFill>
              </a:rPr>
              <a:t>Entry Rule:  Sell at close of rejection candle. SL = 5 pts above TCPR. Target = PDL area.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502920"/>
          </a:xfrm>
          <a:prstGeom prst="rect">
            <a:avLst/>
          </a:prstGeom>
          <a:solidFill>
            <a:srgbClr val="33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Result:  Price fell from 2919.20 → 2905.00 by 16:00 IST.  +14.2 pts = 2R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74552" cy="2514600"/>
          </a:xfrm>
          <a:prstGeom prst="rect">
            <a:avLst/>
          </a:prstGeom>
          <a:solidFill>
            <a:srgbClr val="0A141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7799"/>
                </a:solidFill>
              </a:rPr>
              <a:t>[ Paste your TradingView chart screenshot here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C300"/>
                </a:solidFill>
              </a:rPr>
              <a:t>Pattern B — False Break +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EURUSD · M15 · 25-Feb-2026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7455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A8FF"/>
                </a:solidFill>
              </a:rPr>
              <a:t>Key Candle:  12:45 — Wick ABOVE TCPR, but candle CLOSED back inside band (retail trapped).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74552" cy="502920"/>
          </a:xfrm>
          <a:prstGeom prst="rect">
            <a:avLst/>
          </a:prstGeom>
          <a:solidFill>
            <a:srgbClr val="00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E"/>
                </a:solidFill>
              </a:rPr>
              <a:t>Entry Rule:  Wait for next candle to close BELOW BCPR. Sell at that close.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502920"/>
          </a:xfrm>
          <a:prstGeom prst="rect">
            <a:avLst/>
          </a:prstGeom>
          <a:solidFill>
            <a:srgbClr val="33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Result:  Price fell from 1.0470 → 1.0442.  +28 pips = 1.4R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74552" cy="2514600"/>
          </a:xfrm>
          <a:prstGeom prst="rect">
            <a:avLst/>
          </a:prstGeom>
          <a:solidFill>
            <a:srgbClr val="0A141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7799"/>
                </a:solidFill>
              </a:rPr>
              <a:t>[ Paste your TradingView chart screenshot here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C300"/>
                </a:solidFill>
              </a:rPr>
              <a:t>Pattern C — Band as Launchpad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GBPUSD · M15 · 26-Feb-2026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7455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A8FF"/>
                </a:solidFill>
              </a:rPr>
              <a:t>Key Candle:  13:00 — Strong bullish candle. Close ABOVE TCPR after order flow showed ACCUMULATION.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74552" cy="502920"/>
          </a:xfrm>
          <a:prstGeom prst="rect">
            <a:avLst/>
          </a:prstGeom>
          <a:solidFill>
            <a:srgbClr val="00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E"/>
                </a:solidFill>
              </a:rPr>
              <a:t>Entry Rule:  Buy at close above TCPR. SL = below mid-band − 5 pips.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502920"/>
          </a:xfrm>
          <a:prstGeom prst="rect">
            <a:avLst/>
          </a:prstGeom>
          <a:solidFill>
            <a:srgbClr val="33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Result:  Price rallied from 1.2601 → 1.2648.  +47 pips = 2.9R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74552" cy="2514600"/>
          </a:xfrm>
          <a:prstGeom prst="rect">
            <a:avLst/>
          </a:prstGeom>
          <a:solidFill>
            <a:srgbClr val="0A141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7799"/>
                </a:solidFill>
              </a:rPr>
              <a:t>[ Paste your TradingView chart screenshot here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C300"/>
                </a:solidFill>
              </a:rPr>
              <a:t>Pattern D — Stacked Bands Compression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USDJPY · M15 · 27-Feb-2026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7455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A8FF"/>
                </a:solidFill>
              </a:rPr>
              <a:t>Key Candle:  Two virgin bands only 6.5 pips apart. Price chops between them 2.5 hours.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74552" cy="502920"/>
          </a:xfrm>
          <a:prstGeom prst="rect">
            <a:avLst/>
          </a:prstGeom>
          <a:solidFill>
            <a:srgbClr val="00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E"/>
                </a:solidFill>
              </a:rPr>
              <a:t>Entry Rule:  NO TRADE inside compression zone. Enter only when price exits BELOW lower band.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502920"/>
          </a:xfrm>
          <a:prstGeom prst="rect">
            <a:avLst/>
          </a:prstGeom>
          <a:solidFill>
            <a:srgbClr val="33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Result:  Sell at 152.190. Price fell to 151.820.  +37 pips = 1.9R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74552" cy="2514600"/>
          </a:xfrm>
          <a:prstGeom prst="rect">
            <a:avLst/>
          </a:prstGeom>
          <a:solidFill>
            <a:srgbClr val="0A141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7799"/>
                </a:solidFill>
              </a:rPr>
              <a:t>[ Paste your TradingView chart screenshot here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C300"/>
                </a:solidFill>
              </a:rPr>
              <a:t>Pattern E — Morning Gap Into Band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XAUUSD · M15 · 28-Feb-2026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7455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A8FF"/>
                </a:solidFill>
              </a:rPr>
              <a:t>Key Candle:  Overnight gap. Price opened BELOW the virgin band. Band is 7.4 pts above open.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74552" cy="502920"/>
          </a:xfrm>
          <a:prstGeom prst="rect">
            <a:avLst/>
          </a:prstGeom>
          <a:solidFill>
            <a:srgbClr val="003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E"/>
                </a:solidFill>
              </a:rPr>
              <a:t>Entry Rule:  DO NOT CHASE the gap. Wait for price to approach band and show rejection/breakout.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74552" cy="502920"/>
          </a:xfrm>
          <a:prstGeom prst="rect">
            <a:avLst/>
          </a:prstGeom>
          <a:solidFill>
            <a:srgbClr val="33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Result:  Patience play — wait for London session to bring price to the band.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74552" cy="2514600"/>
          </a:xfrm>
          <a:prstGeom prst="rect">
            <a:avLst/>
          </a:prstGeom>
          <a:solidFill>
            <a:srgbClr val="0A141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7799"/>
                </a:solidFill>
              </a:rPr>
              <a:t>[ Paste your TradingView chart screenshot here 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HOUR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Live Chart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Mark Today's CPR Together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Live Chart — Step by Step (Do This With 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1  →  Open TradingView. Go to your pair (XAUUSD or EURUSD).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2  →  Switch to Daily chart. Note: PDH, PDL, PDC from yesterday.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08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3  →  Calculate Pivot, BC, TC using the formula (or use the indicator).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4  →  Draw a rectangle on the band — mark BCPR and TCPR.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7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Step 5  →  Check: has ANY candle since market open touched this band?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93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If NO touch found → you have a LIVE Virgin CPR right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05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Note the band width — narrow or wide?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165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Note the band age — how many days old?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28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212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⚠️  Now watch it. Don't touch it until London open.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Every student should have their own chart marked by end of this hour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HOUR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Trade Rules &amp;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Entry · SL · Position Size · Avoid List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Trade Entry Checklist — Every Single 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286000" cy="41148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252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Checklist Item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188720"/>
            <a:ext cx="6217920" cy="41148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22529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Rule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188720"/>
            <a:ext cx="3200400" cy="41148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2252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27632"/>
            <a:ext cx="22860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64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627632"/>
            <a:ext cx="621792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66420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London open (12:30 IST) or NY open (18:30 IST)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627632"/>
            <a:ext cx="32004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6642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4D"/>
                </a:solidFill>
              </a:rPr>
              <a:t>❌ Never Asian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057400"/>
            <a:ext cx="228600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0939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Band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2057400"/>
            <a:ext cx="621792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09397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Must still be VIRGIN — zero touches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057400"/>
            <a:ext cx="320040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0939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4D"/>
                </a:solidFill>
              </a:rPr>
              <a:t>❌ Touched = skip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87168"/>
            <a:ext cx="22860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5237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Band 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2487168"/>
            <a:ext cx="621792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2523744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Older band = stronger reaction (3-day &gt; 1-day)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487168"/>
            <a:ext cx="32004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52374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7E"/>
                </a:solidFill>
              </a:rPr>
              <a:t>✅ Note the 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16935"/>
            <a:ext cx="228600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95351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Entry candle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2916935"/>
            <a:ext cx="621792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2953511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Rejection pin bar OR engulfing close outside band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2916935"/>
            <a:ext cx="320040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295351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4D"/>
                </a:solidFill>
              </a:rPr>
              <a:t>❌ No inside-bar entry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346703"/>
            <a:ext cx="22860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38327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Stop Loss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7480" y="3346703"/>
            <a:ext cx="621792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3383279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 pips above TCPR (sell) or below BCPR (buy)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3346703"/>
            <a:ext cx="32004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338327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7E"/>
                </a:solidFill>
              </a:rPr>
              <a:t>✅ Fixed rule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776471"/>
            <a:ext cx="228600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81304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Position Size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3776471"/>
            <a:ext cx="621792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0" y="3813047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Risk max 1% of account per trade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3776471"/>
            <a:ext cx="3200400" cy="402336"/>
          </a:xfrm>
          <a:prstGeom prst="rect">
            <a:avLst/>
          </a:prstGeom>
          <a:solidFill>
            <a:srgbClr val="12273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3813047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7E"/>
                </a:solidFill>
              </a:rPr>
              <a:t>✅ Calculate before entry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206239"/>
            <a:ext cx="22860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242815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News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7480" y="4206239"/>
            <a:ext cx="621792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0" y="4242815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 trades 15 min before/after high-impact news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4206239"/>
            <a:ext cx="3200400" cy="402336"/>
          </a:xfrm>
          <a:prstGeom prst="rect">
            <a:avLst/>
          </a:prstGeom>
          <a:solidFill>
            <a:srgbClr val="0D1B2A"/>
          </a:solidFill>
          <a:ln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424281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4D"/>
                </a:solidFill>
              </a:rPr>
              <a:t>❌ Skip news candles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Position Sizing — Protect Your Account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The 1% Rule: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Risk = Account Balance × 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Example: ₹50,000 account → Risk per trade = ₹500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Lot Size Formula: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284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Lot Size  =  Risk Amount  ÷  (SL in pips × Pip Value)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21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Example (EURUSD, SL = 20 pips, pip value = ₹85):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Lot Size  =  500  ÷  (20 × 85)  =  0.29 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07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0118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Never increase lot size to recover a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126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Never move SL further away after entry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241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Calculate BEFORE you click Buy/Sell — not after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Use the position size calculator in the shared Excel sheet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When NOT to Trade — Save Yourself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During Asian session (05:00–12:30 IST) — low volume, fake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Inside a stacked bands compression zone — price will chop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15 minutes before / after high-impact news (NFP, CPI, Fed rate)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When the band has already been touched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When band width is extremely wide (&gt;3× ATR) — no clean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❌ On Fridays after 18:30 IST — weekend gap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965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The hardest skill in trading: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537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Doing nothing is a valid trade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65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Preserve capital → live to trade another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Most losses come from trading when there is NO setup. Patience is the strategy.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HOUR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Simulation + Proof +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Test Your Knowledge · Backtest Results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Trade Simulation Quiz — You Decide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I will show you 3 historical charts.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For each chart, answer BEFORE I reveal the outcome: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08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Question 1: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Is the CPR virgin?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4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What pattern do you see?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Do you enter? If yes — Buy or Sell?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079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→  Where is your SL?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4398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3717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Compare your answer with the actual trade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4865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Scoring: 3/3 = you are ready. 2/3 = one more week of paper trading. 1/3 = replay Hour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This is how you know if you have truly understood the strategy — not just watched 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C300"/>
                </a:solidFill>
              </a:rPr>
              <a:t>Backtest Results — The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Feb 2026 — 5-Day Study (5 pairs)::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Total setups identified  :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Valid virgin setups      : 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Trades taken (per rules) : 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Winners                  :  6   (75% win rate)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4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Average R on winners     :  2.1R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Average R on losers      :  −1.0R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0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439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</a:rPr>
              <a:t>Net result over 5 days:  +8.6R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011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7E"/>
                </a:solidFill>
              </a:rPr>
              <a:t>✅ On ₹50,000 account at 1% risk  →  +₹4,300 in 5 trading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126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──────────────────────────────────────────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058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⚠️  Past results do not guarantee future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173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D4D"/>
                </a:solidFill>
              </a:rPr>
              <a:t>⚠️  These numbers are from rule-based backtesting, not live trading.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126480"/>
            <a:ext cx="11457432" cy="5029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</a:rPr>
              <a:t>💡  The edge comes from FOLLOWING THE RULES — not from every single trade winning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300"/>
                </a:solidFill>
              </a:rPr>
              <a:t>Your Next 7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74552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74552" cy="475488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836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Day 1–2  →  Calculate CPR manually for XAUUSD, EURUSD, GBPUSD every morning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95728"/>
            <a:ext cx="11274552" cy="475488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Day 3–4  →  Mark virgin bands on your chart — paper trade, no real money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62656"/>
            <a:ext cx="11274552" cy="475488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Day 5–6  →  Wait for Pattern A or B only — take ONE trade setup per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9584"/>
            <a:ext cx="11274552" cy="475488"/>
          </a:xfrm>
          <a:prstGeom prst="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84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Day 7    →  Review your journal — did you follow the checklist every time?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492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C300"/>
                </a:solidFill>
              </a:rPr>
              <a:t>"A Virgin CPR is a promise the market has not kept yet — and it always keeps its promises."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